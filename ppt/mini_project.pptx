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261" y="363143"/>
            <a:ext cx="11207826" cy="14078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-355"/>
            <a:ext cx="12193270" cy="6859270"/>
          </a:xfrm>
          <a:custGeom>
            <a:avLst/>
            <a:gdLst/>
            <a:ahLst/>
            <a:cxnLst/>
            <a:rect l="l" t="t" r="r" b="b"/>
            <a:pathLst>
              <a:path w="12193270" h="6859270">
                <a:moveTo>
                  <a:pt x="12192838" y="0"/>
                </a:moveTo>
                <a:lnTo>
                  <a:pt x="0" y="0"/>
                </a:lnTo>
                <a:lnTo>
                  <a:pt x="0" y="6858711"/>
                </a:lnTo>
                <a:lnTo>
                  <a:pt x="12192838" y="6858711"/>
                </a:lnTo>
                <a:lnTo>
                  <a:pt x="12192838" y="0"/>
                </a:lnTo>
                <a:close/>
              </a:path>
            </a:pathLst>
          </a:custGeom>
          <a:solidFill>
            <a:srgbClr val="C9E3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5894" y="82617"/>
            <a:ext cx="11894185" cy="1779270"/>
            <a:chOff x="135894" y="82617"/>
            <a:chExt cx="11894185" cy="1779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482" y="96481"/>
              <a:ext cx="11865241" cy="17503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0113" y="96837"/>
              <a:ext cx="11865610" cy="1750695"/>
            </a:xfrm>
            <a:custGeom>
              <a:avLst/>
              <a:gdLst/>
              <a:ahLst/>
              <a:cxnLst/>
              <a:rect l="l" t="t" r="r" b="b"/>
              <a:pathLst>
                <a:path w="11865610" h="1750695">
                  <a:moveTo>
                    <a:pt x="0" y="0"/>
                  </a:moveTo>
                  <a:lnTo>
                    <a:pt x="11865610" y="0"/>
                  </a:lnTo>
                  <a:lnTo>
                    <a:pt x="11865610" y="1750682"/>
                  </a:lnTo>
                  <a:lnTo>
                    <a:pt x="0" y="1750682"/>
                  </a:lnTo>
                  <a:lnTo>
                    <a:pt x="0" y="0"/>
                  </a:lnTo>
                  <a:close/>
                </a:path>
              </a:pathLst>
            </a:custGeom>
            <a:ln w="28439">
              <a:solidFill>
                <a:srgbClr val="943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00016" y="1862899"/>
            <a:ext cx="39611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60" dirty="0">
                <a:solidFill>
                  <a:srgbClr val="000000"/>
                </a:solidFill>
                <a:latin typeface="Times New Roman"/>
                <a:cs typeface="Times New Roman"/>
              </a:rPr>
              <a:t>Mini </a:t>
            </a:r>
            <a:r>
              <a:rPr sz="2800" spc="-12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8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0" dirty="0">
                <a:solidFill>
                  <a:srgbClr val="000000"/>
                </a:solidFill>
                <a:latin typeface="Times New Roman"/>
                <a:cs typeface="Times New Roman"/>
              </a:rPr>
              <a:t>presentation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7780" y="2250785"/>
            <a:ext cx="3579495" cy="150622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R="90170" algn="ctr">
              <a:lnSpc>
                <a:spcPct val="100000"/>
              </a:lnSpc>
              <a:spcBef>
                <a:spcPts val="1315"/>
              </a:spcBef>
            </a:pPr>
            <a:r>
              <a:rPr sz="2200" b="1" spc="-55" dirty="0">
                <a:latin typeface="Arial"/>
                <a:cs typeface="Arial"/>
              </a:rPr>
              <a:t>Chat</a:t>
            </a:r>
            <a:r>
              <a:rPr sz="2200" b="1" spc="-80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Bot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000" b="1" spc="-114" dirty="0">
                <a:solidFill>
                  <a:srgbClr val="528BD4"/>
                </a:solidFill>
                <a:latin typeface="Times New Roman"/>
                <a:cs typeface="Times New Roman"/>
              </a:rPr>
              <a:t>INFORMATION</a:t>
            </a:r>
            <a:r>
              <a:rPr sz="2000" b="1" spc="40" dirty="0">
                <a:solidFill>
                  <a:srgbClr val="528BD4"/>
                </a:solidFill>
                <a:latin typeface="Times New Roman"/>
                <a:cs typeface="Times New Roman"/>
              </a:rPr>
              <a:t> </a:t>
            </a:r>
            <a:r>
              <a:rPr sz="2000" b="1" spc="-80" dirty="0">
                <a:solidFill>
                  <a:srgbClr val="528BD4"/>
                </a:solidFill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 marL="709930" marR="320040" indent="-382905">
              <a:lnSpc>
                <a:spcPts val="1980"/>
              </a:lnSpc>
              <a:spcBef>
                <a:spcPts val="365"/>
              </a:spcBef>
            </a:pPr>
            <a:r>
              <a:rPr sz="1800" b="1" dirty="0">
                <a:latin typeface="Times New Roman"/>
                <a:cs typeface="Times New Roman"/>
              </a:rPr>
              <a:t>B.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80" dirty="0">
                <a:latin typeface="Times New Roman"/>
                <a:cs typeface="Times New Roman"/>
              </a:rPr>
              <a:t>Tech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–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Second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130" dirty="0">
                <a:latin typeface="Times New Roman"/>
                <a:cs typeface="Times New Roman"/>
              </a:rPr>
              <a:t>Year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60" dirty="0">
                <a:latin typeface="Times New Roman"/>
                <a:cs typeface="Times New Roman"/>
              </a:rPr>
              <a:t>Students </a:t>
            </a:r>
            <a:r>
              <a:rPr sz="1800" b="1" spc="-50" dirty="0">
                <a:latin typeface="Times New Roman"/>
                <a:cs typeface="Times New Roman"/>
              </a:rPr>
              <a:t>Academic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30" dirty="0">
                <a:latin typeface="Times New Roman"/>
                <a:cs typeface="Times New Roman"/>
              </a:rPr>
              <a:t>Year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(2025-</a:t>
            </a:r>
            <a:r>
              <a:rPr sz="1800" b="1" spc="-25" dirty="0">
                <a:latin typeface="Times New Roman"/>
                <a:cs typeface="Times New Roman"/>
              </a:rPr>
              <a:t>26)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941" y="3791835"/>
            <a:ext cx="4664710" cy="2672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26034" algn="ctr">
              <a:lnSpc>
                <a:spcPct val="100000"/>
              </a:lnSpc>
              <a:spcBef>
                <a:spcPts val="90"/>
              </a:spcBef>
            </a:pPr>
            <a:r>
              <a:rPr sz="1700" b="1" i="1" spc="-65" dirty="0">
                <a:latin typeface="Times New Roman"/>
                <a:cs typeface="Times New Roman"/>
              </a:rPr>
              <a:t>Submitted</a:t>
            </a:r>
            <a:r>
              <a:rPr sz="1700" b="1" i="1" spc="-40" dirty="0">
                <a:latin typeface="Times New Roman"/>
                <a:cs typeface="Times New Roman"/>
              </a:rPr>
              <a:t> </a:t>
            </a:r>
            <a:r>
              <a:rPr sz="1700" b="1" i="1" spc="-25" dirty="0">
                <a:latin typeface="Times New Roman"/>
                <a:cs typeface="Times New Roman"/>
              </a:rPr>
              <a:t>by</a:t>
            </a:r>
            <a:endParaRPr sz="1700">
              <a:latin typeface="Times New Roman"/>
              <a:cs typeface="Times New Roman"/>
            </a:endParaRPr>
          </a:p>
          <a:p>
            <a:pPr marR="31750" algn="ctr">
              <a:lnSpc>
                <a:spcPct val="100000"/>
              </a:lnSpc>
              <a:spcBef>
                <a:spcPts val="1370"/>
              </a:spcBef>
            </a:pPr>
            <a:r>
              <a:rPr sz="1800" b="1" spc="-35" dirty="0">
                <a:latin typeface="Times New Roman"/>
                <a:cs typeface="Times New Roman"/>
              </a:rPr>
              <a:t>Mini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80" dirty="0">
                <a:latin typeface="Times New Roman"/>
                <a:cs typeface="Times New Roman"/>
              </a:rPr>
              <a:t>Project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0" dirty="0">
                <a:latin typeface="Times New Roman"/>
                <a:cs typeface="Times New Roman"/>
              </a:rPr>
              <a:t>Group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04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900" b="1" i="1" spc="-135" dirty="0">
                <a:latin typeface="Times New Roman"/>
                <a:cs typeface="Times New Roman"/>
              </a:rPr>
              <a:t>Shubham</a:t>
            </a:r>
            <a:r>
              <a:rPr sz="1900" b="1" i="1" spc="-30" dirty="0">
                <a:latin typeface="Times New Roman"/>
                <a:cs typeface="Times New Roman"/>
              </a:rPr>
              <a:t> </a:t>
            </a:r>
            <a:r>
              <a:rPr sz="1900" b="1" i="1" spc="-125" dirty="0">
                <a:latin typeface="Times New Roman"/>
                <a:cs typeface="Times New Roman"/>
              </a:rPr>
              <a:t>Pratap</a:t>
            </a:r>
            <a:r>
              <a:rPr sz="1900" b="1" i="1" spc="-20" dirty="0">
                <a:latin typeface="Times New Roman"/>
                <a:cs typeface="Times New Roman"/>
              </a:rPr>
              <a:t> </a:t>
            </a:r>
            <a:r>
              <a:rPr sz="1900" b="1" i="1" spc="-90" dirty="0">
                <a:latin typeface="Times New Roman"/>
                <a:cs typeface="Times New Roman"/>
              </a:rPr>
              <a:t>Singh(</a:t>
            </a:r>
            <a:r>
              <a:rPr sz="1900" b="1" i="1" spc="-30" dirty="0">
                <a:latin typeface="Times New Roman"/>
                <a:cs typeface="Times New Roman"/>
              </a:rPr>
              <a:t> Roll</a:t>
            </a:r>
            <a:r>
              <a:rPr sz="1900" b="1" i="1" spc="-25" dirty="0">
                <a:latin typeface="Times New Roman"/>
                <a:cs typeface="Times New Roman"/>
              </a:rPr>
              <a:t> </a:t>
            </a:r>
            <a:r>
              <a:rPr sz="1900" b="1" i="1" spc="-40" dirty="0">
                <a:latin typeface="Times New Roman"/>
                <a:cs typeface="Times New Roman"/>
              </a:rPr>
              <a:t>No.</a:t>
            </a:r>
            <a:r>
              <a:rPr sz="1900" b="1" i="1" spc="-20" dirty="0">
                <a:latin typeface="Times New Roman"/>
                <a:cs typeface="Times New Roman"/>
              </a:rPr>
              <a:t> </a:t>
            </a:r>
            <a:r>
              <a:rPr sz="1900" b="1" i="1" spc="-30" dirty="0">
                <a:latin typeface="Times New Roman"/>
                <a:cs typeface="Times New Roman"/>
              </a:rPr>
              <a:t>2400540130046)</a:t>
            </a:r>
            <a:endParaRPr sz="1900">
              <a:latin typeface="Times New Roman"/>
              <a:cs typeface="Times New Roman"/>
            </a:endParaRPr>
          </a:p>
          <a:p>
            <a:pPr marL="412115" marR="405765" indent="22860" algn="just">
              <a:lnSpc>
                <a:spcPct val="136400"/>
              </a:lnSpc>
            </a:pPr>
            <a:r>
              <a:rPr sz="1900" b="1" i="1" spc="-114" dirty="0">
                <a:latin typeface="Times New Roman"/>
                <a:cs typeface="Times New Roman"/>
              </a:rPr>
              <a:t>Vartika</a:t>
            </a:r>
            <a:r>
              <a:rPr sz="1900" b="1" i="1" spc="-5" dirty="0">
                <a:latin typeface="Times New Roman"/>
                <a:cs typeface="Times New Roman"/>
              </a:rPr>
              <a:t> </a:t>
            </a:r>
            <a:r>
              <a:rPr sz="1900" b="1" i="1" spc="-90" dirty="0">
                <a:latin typeface="Times New Roman"/>
                <a:cs typeface="Times New Roman"/>
              </a:rPr>
              <a:t>Singh(</a:t>
            </a:r>
            <a:r>
              <a:rPr sz="1900" b="1" i="1" dirty="0">
                <a:latin typeface="Times New Roman"/>
                <a:cs typeface="Times New Roman"/>
              </a:rPr>
              <a:t> </a:t>
            </a:r>
            <a:r>
              <a:rPr sz="1900" b="1" i="1" spc="-35" dirty="0">
                <a:latin typeface="Times New Roman"/>
                <a:cs typeface="Times New Roman"/>
              </a:rPr>
              <a:t>Roll</a:t>
            </a:r>
            <a:r>
              <a:rPr sz="1900" b="1" i="1" dirty="0">
                <a:latin typeface="Times New Roman"/>
                <a:cs typeface="Times New Roman"/>
              </a:rPr>
              <a:t> </a:t>
            </a:r>
            <a:r>
              <a:rPr sz="1900" b="1" i="1" spc="-60" dirty="0">
                <a:latin typeface="Times New Roman"/>
                <a:cs typeface="Times New Roman"/>
              </a:rPr>
              <a:t>No.2400540130051</a:t>
            </a:r>
            <a:r>
              <a:rPr sz="1900" b="1" i="1" spc="-5" dirty="0">
                <a:latin typeface="Times New Roman"/>
                <a:cs typeface="Times New Roman"/>
              </a:rPr>
              <a:t> </a:t>
            </a:r>
            <a:r>
              <a:rPr sz="1900" b="1" i="1" spc="-50" dirty="0">
                <a:latin typeface="Times New Roman"/>
                <a:cs typeface="Times New Roman"/>
              </a:rPr>
              <a:t>) </a:t>
            </a:r>
            <a:r>
              <a:rPr sz="1900" b="1" i="1" spc="-90" dirty="0">
                <a:latin typeface="Times New Roman"/>
                <a:cs typeface="Times New Roman"/>
              </a:rPr>
              <a:t>Vishal</a:t>
            </a:r>
            <a:r>
              <a:rPr sz="1900" b="1" i="1" spc="-25" dirty="0">
                <a:latin typeface="Times New Roman"/>
                <a:cs typeface="Times New Roman"/>
              </a:rPr>
              <a:t> </a:t>
            </a:r>
            <a:r>
              <a:rPr sz="1900" b="1" i="1" spc="-120" dirty="0">
                <a:latin typeface="Times New Roman"/>
                <a:cs typeface="Times New Roman"/>
              </a:rPr>
              <a:t>Sahani(</a:t>
            </a:r>
            <a:r>
              <a:rPr sz="1900" b="1" i="1" dirty="0">
                <a:latin typeface="Times New Roman"/>
                <a:cs typeface="Times New Roman"/>
              </a:rPr>
              <a:t> </a:t>
            </a:r>
            <a:r>
              <a:rPr sz="1900" b="1" i="1" spc="-25" dirty="0">
                <a:latin typeface="Times New Roman"/>
                <a:cs typeface="Times New Roman"/>
              </a:rPr>
              <a:t>Roll</a:t>
            </a:r>
            <a:r>
              <a:rPr sz="1900" b="1" i="1" spc="-10" dirty="0">
                <a:latin typeface="Times New Roman"/>
                <a:cs typeface="Times New Roman"/>
              </a:rPr>
              <a:t> </a:t>
            </a:r>
            <a:r>
              <a:rPr sz="1900" b="1" i="1" spc="-60" dirty="0">
                <a:latin typeface="Times New Roman"/>
                <a:cs typeface="Times New Roman"/>
              </a:rPr>
              <a:t>No.2400540130052</a:t>
            </a:r>
            <a:r>
              <a:rPr sz="1900" b="1" i="1" spc="-15" dirty="0">
                <a:latin typeface="Times New Roman"/>
                <a:cs typeface="Times New Roman"/>
              </a:rPr>
              <a:t> </a:t>
            </a:r>
            <a:r>
              <a:rPr sz="1900" b="1" i="1" spc="-50" dirty="0">
                <a:latin typeface="Times New Roman"/>
                <a:cs typeface="Times New Roman"/>
              </a:rPr>
              <a:t>) </a:t>
            </a:r>
            <a:r>
              <a:rPr sz="1900" b="1" i="1" spc="-85" dirty="0">
                <a:latin typeface="Times New Roman"/>
                <a:cs typeface="Times New Roman"/>
              </a:rPr>
              <a:t>Sarvesh</a:t>
            </a:r>
            <a:r>
              <a:rPr sz="1900" b="1" i="1" spc="-35" dirty="0">
                <a:latin typeface="Times New Roman"/>
                <a:cs typeface="Times New Roman"/>
              </a:rPr>
              <a:t> </a:t>
            </a:r>
            <a:r>
              <a:rPr sz="1900" b="1" i="1" spc="-85" dirty="0">
                <a:latin typeface="Times New Roman"/>
                <a:cs typeface="Times New Roman"/>
              </a:rPr>
              <a:t>Patel</a:t>
            </a:r>
            <a:r>
              <a:rPr sz="1900" b="1" i="1" spc="-30" dirty="0">
                <a:latin typeface="Times New Roman"/>
                <a:cs typeface="Times New Roman"/>
              </a:rPr>
              <a:t> </a:t>
            </a:r>
            <a:r>
              <a:rPr sz="1900" b="1" i="1" dirty="0">
                <a:latin typeface="Times New Roman"/>
                <a:cs typeface="Times New Roman"/>
              </a:rPr>
              <a:t>(</a:t>
            </a:r>
            <a:r>
              <a:rPr sz="1900" b="1" i="1" spc="-30" dirty="0">
                <a:latin typeface="Times New Roman"/>
                <a:cs typeface="Times New Roman"/>
              </a:rPr>
              <a:t> </a:t>
            </a:r>
            <a:r>
              <a:rPr sz="1900" b="1" i="1" spc="-35" dirty="0">
                <a:latin typeface="Times New Roman"/>
                <a:cs typeface="Times New Roman"/>
              </a:rPr>
              <a:t>Roll </a:t>
            </a:r>
            <a:r>
              <a:rPr sz="1900" b="1" i="1" spc="-60" dirty="0">
                <a:latin typeface="Times New Roman"/>
                <a:cs typeface="Times New Roman"/>
              </a:rPr>
              <a:t>No.2400540130041</a:t>
            </a:r>
            <a:r>
              <a:rPr sz="1900" b="1" i="1" spc="-30" dirty="0">
                <a:latin typeface="Times New Roman"/>
                <a:cs typeface="Times New Roman"/>
              </a:rPr>
              <a:t> </a:t>
            </a:r>
            <a:r>
              <a:rPr sz="1900" b="1" i="1" spc="-50" dirty="0">
                <a:latin typeface="Times New Roman"/>
                <a:cs typeface="Times New Roman"/>
              </a:rPr>
              <a:t>) </a:t>
            </a:r>
            <a:r>
              <a:rPr sz="1900" b="1" i="1" spc="-60" dirty="0">
                <a:latin typeface="Times New Roman"/>
                <a:cs typeface="Times New Roman"/>
              </a:rPr>
              <a:t>Navya</a:t>
            </a:r>
            <a:r>
              <a:rPr sz="1900" b="1" i="1" spc="-20" dirty="0">
                <a:latin typeface="Times New Roman"/>
                <a:cs typeface="Times New Roman"/>
              </a:rPr>
              <a:t> </a:t>
            </a:r>
            <a:r>
              <a:rPr sz="1900" b="1" i="1" spc="-80" dirty="0">
                <a:latin typeface="Times New Roman"/>
                <a:cs typeface="Times New Roman"/>
              </a:rPr>
              <a:t>Patel(</a:t>
            </a:r>
            <a:r>
              <a:rPr sz="1900" b="1" i="1" spc="-15" dirty="0">
                <a:latin typeface="Times New Roman"/>
                <a:cs typeface="Times New Roman"/>
              </a:rPr>
              <a:t> </a:t>
            </a:r>
            <a:r>
              <a:rPr sz="1900" b="1" i="1" spc="-35" dirty="0">
                <a:latin typeface="Times New Roman"/>
                <a:cs typeface="Times New Roman"/>
              </a:rPr>
              <a:t>Roll</a:t>
            </a:r>
            <a:r>
              <a:rPr sz="1900" b="1" i="1" spc="-15" dirty="0">
                <a:latin typeface="Times New Roman"/>
                <a:cs typeface="Times New Roman"/>
              </a:rPr>
              <a:t> </a:t>
            </a:r>
            <a:r>
              <a:rPr sz="1900" b="1" i="1" spc="-60" dirty="0">
                <a:latin typeface="Times New Roman"/>
                <a:cs typeface="Times New Roman"/>
              </a:rPr>
              <a:t>No.2400540130028</a:t>
            </a:r>
            <a:r>
              <a:rPr sz="1900" b="1" i="1" spc="-20" dirty="0">
                <a:latin typeface="Times New Roman"/>
                <a:cs typeface="Times New Roman"/>
              </a:rPr>
              <a:t> </a:t>
            </a:r>
            <a:r>
              <a:rPr sz="1900" b="1" i="1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57257" y="5446699"/>
            <a:ext cx="25298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65" dirty="0">
                <a:latin typeface="Arial"/>
                <a:cs typeface="Arial"/>
              </a:rPr>
              <a:t>Under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60" dirty="0">
                <a:latin typeface="Arial"/>
                <a:cs typeface="Arial"/>
              </a:rPr>
              <a:t>the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90" dirty="0">
                <a:latin typeface="Arial"/>
                <a:cs typeface="Arial"/>
              </a:rPr>
              <a:t>guidance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5" dirty="0">
                <a:latin typeface="Arial"/>
                <a:cs typeface="Arial"/>
              </a:rPr>
              <a:t>of </a:t>
            </a:r>
            <a:r>
              <a:rPr sz="2000" b="1" spc="-45" dirty="0">
                <a:latin typeface="Arial"/>
                <a:cs typeface="Arial"/>
              </a:rPr>
              <a:t>Mrs.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80" dirty="0">
                <a:latin typeface="Arial"/>
                <a:cs typeface="Arial"/>
              </a:rPr>
              <a:t>Soumya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Saxena </a:t>
            </a:r>
            <a:r>
              <a:rPr sz="2000" b="1" spc="-100" dirty="0">
                <a:latin typeface="Arial"/>
                <a:cs typeface="Arial"/>
              </a:rPr>
              <a:t>(Assistant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Professor)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A Mini Project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FNU LNU</dc:creator>
  <cp:lastModifiedBy>Chirag gupta</cp:lastModifiedBy>
  <cp:revision>1</cp:revision>
  <dcterms:created xsi:type="dcterms:W3CDTF">2025-10-08T16:07:44Z</dcterms:created>
  <dcterms:modified xsi:type="dcterms:W3CDTF">2025-10-08T16:08:52Z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LibreOfficeDev 7.3</vt:lpwstr>
  </property>
  <property fmtid="{D5CDD505-2E9C-101B-9397-08002B2CF9AE}" pid="5" name="LastSaved">
    <vt:filetime>2025-10-08T00:00:00Z</vt:filetime>
  </property>
</Properties>
</file>